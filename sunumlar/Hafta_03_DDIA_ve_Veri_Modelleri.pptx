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37160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NETCAD YAZILIM A.Ş. | TEKNOLOJİ ÇÖZÜMLERİ DEPARTMANI — 3. HAFTA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DDIA: Veri Yoğunluklu Sistemlerde Mimari Temeller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🗓️ 29 Haziran – 03 Temmuz 2026   |   OLTP vs OLAP, Depolama Motorları (LSM vs B-Tree), Replikasyon &amp; Kuorum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Sistemler &amp; Performans Metrikleri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OLTP vs OLAP mimari ayrımı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Aritmetik ortalama vs p95/p99 gecikme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Tail latency amplification kavramı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Fan-out vaka çalışması &amp; celebrity problemi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Depolama Motorları Mekaniği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LSM-Tree: Memtable, SSTable, Compaction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Bloom filtreleri ile disk I/O azaltma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B-Tree yerinde güncelleme &amp; WAL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Sütun odaklı depolama (Bitmap/RLE)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Replikasyon &amp; Tutarlılık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Tek liderli, çok liderli, lidersiz modeller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Failover tehlikeleri &amp; split-brain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Gecikme anomalileri (read-after-write)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Kuorum matematiği (W+R&gt;N) &amp; sürüm vektörleri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3. HAFTA (29 HAZIRAN - 03 TEMMUZ 2026)  •  İŞ GÜNÜ DÖKÜMÜ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Haftalık Gün Gün Kazanımlar ve Uygulama Detayları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11. Gün (29/06)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Mimari Temeller &amp; NFR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DDIA Bölüm 1-2: Güvenilirlik, ölçeklenebilirlik, sürdürülebilirlik.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OLTP (operasyonel) ile OLAP (analitik) sistemlerin farklı okuma/yazma desenleri.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P95/p99 persentil ölçümü; ortalamanın en yavaş %1'i gizlediği kavrandı.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Fan-out on write vs query-on-read ödünleşimi ve fault vs failure ayrımı.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3827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3827" y="1645920"/>
            <a:ext cx="1999427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3827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12. Gün (30/06)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3555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Veri Modelleri &amp; Sorgu Dilleri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DDIA Bölüm 2-3: İlişkisel vs doküman modelleri (empedans uyumsuzluğu).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N+1 sorgu problemi ve ORM kullanımının gizli performans maliyetleri.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Grafik modelleri: Many-to-many ilişkilerde Cypher ile SQL özyineleme karşılaştırması.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Event Sourcing felsefesi: 'Durumu güncelleme, olayı kaydet' ve CQRS.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6134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6134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6134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13. Gün (01/07)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5862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Depolama Motorları: LSM vs B-Tree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574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Append-only log'dan LSM-Tree'ye: Memtable -&gt; SSTable flush -&gt; Compaction.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Bloom filtrelerinin kesin olmama ama hızlı yok diyebilme gücü.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B-Tree yerinde güncelleme (in-place), sayfa bölünmesi ve WAL (Write-Ahead Log).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Sütun odaklı depolama, Bitmap/RLE sıkıştırma ve HNSW vektör indeksleri.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8441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78441" y="1645920"/>
            <a:ext cx="1999427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8441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14. Gün (02/07)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169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Aktif Hatırlama &amp; Feynman Tekniği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9881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DDIA Bölüm 1-4 için hazırlanan soru listeleri kaynağa bakmadan cevaplandı.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Jargon arkasına saklanmadan kavramları kendi cümleleriyle ifade etme pratiği.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Öğrenilen teorik konuların projeye aktarılması için somut senaryolar planlandı.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Veri modeli seçimi ile p99 gecikmesi arasındaki görünmez bağlar analiz edildi.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0748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0748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0748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15. Gün (03/07)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0476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Dağıtık Replikasyon &amp; Tutarlılık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2188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Senkron vs asenkron tek liderli replikasyon ve otomatik failover riskleri.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Gecikme anomalileri: Read-after-write, monotonic reads, consistent prefix reads.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Çok liderli çakışma çözümleri (LWW, CRDT) ve lidersiz replikasyon.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Kuorum matematiği (W+R&gt;N), Merkle ağaçları ve sürüm vektörleri.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3. HAFTA (29 HAZIRAN - 03 TEMMUZ 2026)  •  TEKNIK MIMARI &amp; İNCELEME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Veri Yoğunluklu Sistemler: Depolama &amp; Replikasyon Karşılaştırması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t>LSM-Tree vs B-Tree (Depolama Mekaniği)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LSM-Tree (Log-Structured): Rastgele yazmaları bellekte (Memtable) toplayıp diske ardışık (sequential write) yazar. Yazma hızı çok yüksektir; SSD ömrü için idealdir.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Bloom Filtreleri: Diskte olmayan anahtarlar için boşuna SSTable taranmasını olasılıksal olarak engeller.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B-Tree (Yerinde Güncelleme): 4 KB'lık sabit sayfalar üzerinde çalışır. Okuma performansı deterministiktir ancak sayfa bölünmeleri write amplification üretir.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Write-Ahead Log (WAL): Elektrik kesintisi durumunda bellekteki veriyi ve yarım kalan sayfa bölünmelerini kurtarmak için şarttır.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Kanonik Veri vs Türetilmiş Veri (Proje Çıkarımı)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Dual-Write Problemi: Verinin depoda üç yerde (seed.json, localStorage, backend belleği) tutulmasının tutarsızlık yarattığı fark edildi.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Kanonik Veri: data/seed.json tek insan-okur kanonik kaynak olarak ilan edildi.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Türetilmiş Veri: Veritabanı ve Pages replikası kanonik veriden türetilen yapılar haline getirildi; 'yeniden üretilebilen çıktı depoya girmez' kuralı kondu.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Vendor Altyapısı: Dış CDN bağımlılıkları kesilip kütüphaneler yerel docs/vendor/ dizinine çekildi (çevrimdışı çalışabilirlik).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69A1"/>
                </a:solidFill>
              </a:defRPr>
            </a:pPr>
            <a:r>
              <a:t>💡 Mentör Savunma &amp; Jüri Notu (APoSD &amp; DDIA Yaklaşımı)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DDIA Bölüm 11'deki 'Derived Data' felsefesi projeye uygulandı: Kanonik veri (seed.json) ile türetilmiş veri (app.db, localStorage) birbirinden ayrıldı. Bir sistem bilmediği şeyi bildiğini iddia etmemeli; performans ortalamada değil p99'da aranmalıdır.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3. HAFTA (29 HAZIRAN - 03 TEMMUZ 2026)  •  KAZANIMLAR &amp; SAVUNMA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Haftanın Mühendislik Çıkarımları ve Karar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P99 &amp; Kuyruk Gecikmesi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Aritmetik ortalama yanıltıcıdır; en sadık kullanıcılar en yavaş %1'e denk gelir.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Yük arttığında kuyruk gecikmesi (queueing delay) doğrusal değil üstel tırmanır.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Dağıtık isteklerde tail latency amplification sistemi boğar.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1828800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Kanonik Kaynak İlkesi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Dual-write (çift yazma) tutarsızlığın en temel mimari sebebidir.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Tek bir kanonik kaynak (Single Source of Truth) tanımlanmalıdır.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Türetilmiş veri her an kaynaktan yeniden inşa edilebilir olmalıdır.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828800"/>
            <a:ext cx="73152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Kuorum Matematiği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W + R &gt; N kuralı okuma ve yazma kümelerinin en az 1 düğümde kesişmesini garanti eder.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Gevşek kuorumlar ve ağ bölünmelerinde sürüm vektörleri nedenselliği takip eder.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Merkle ağaçları anti-entropide devasa bant genişliği tasarrufu sağlar.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E0F2FE"/>
                </a:solidFill>
              </a:defRPr>
            </a:pPr>
            <a:r>
              <a:t>"Hız bedava değildir, tutarlılıktan borç alınarak satın alınır. Ortalama gecikme bir yanılsamadır; gerçek mühendislik p99 persentilini yönetebilme disiplinidir."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