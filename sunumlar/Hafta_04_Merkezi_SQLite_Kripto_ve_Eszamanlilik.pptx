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37160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85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NETCAD YAZILIM A.Ş. | TEKNOLOJİ ÇÖZÜMLERİ DEPARTMANI — 4. HAFTA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Merkezi Veri Katmanı, Kriptografi ve Eşzamanlılık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🗓️ 06 – 10 Temmuz 2026   |   SQLite Migration (ADR-001), PBKDF2 (ADR-002), 40-Thread Write-Skew (ADR-003) &amp; GTFS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31546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Veri Modeli &amp; Kripto (ADR-001/002)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Dual-write çözümü &amp; tek SQLite veri katmanı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Kuruş standardı (amount_minor) &amp; dondurulmuş fiyat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PBKDF2 per-user salt 600k iterasyon (PHC)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JWT iat/exp &amp; ortam değişkenlerine geçiş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00400"/>
            <a:ext cx="31546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Eşzamanlılık &amp; Deney (ADR-003)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776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40 paralel iş parçacığıyla write-skew deneyi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Naif yolda aşırı rezervasyon (overbooking) kanıtı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Atomik transaction ile kapasitenin korunması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İSPARK compare-and-set koşullu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200400"/>
            <a:ext cx="31546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3832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Sipariş, GTFS &amp; Denetim (ADR-004..007)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97764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Sunucu tarafı tutar hesabı &amp; daily_stats rollup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Gerçek GTFS güzergah geometrileri &amp; kalite kapısı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Append-only audit_log &amp; sipariş durum makinesi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Depo hijyeni: 81 MB'tan 12 MB'a sadeleşme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4. HAFTA (06-10 TEMMUZ 2026)  •  İŞ GÜNÜ DÖKÜMÜ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Haftalık Gün Gün Kazanımlar ve Uygulama Detayları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99427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16. Gün (06/07)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Merkezi SQLite &amp; ADR-001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Verinin üç ayrı yerde kopyalanması problemi merkezi SQLite ile çözüldü.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Versiyonlu schema_migrations altyapısı kuruldu (v1-v6).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Parasal değerler kuruş cinsinden tam sayıya (amount_minor) geçirildi.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Sipariş anındaki fiyatın dondurulması kararı alındı (captured vs derived).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3827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3827" y="1645920"/>
            <a:ext cx="1999427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3827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17. Gün (07/07)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3555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Kriptografik Sertleştirme (ADR-002)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267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Parolalar kullanıcıya özel rastgele salt ile PBKDF2 (600.000 iterasyon) formatına alındı.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Kademeli şema geçişine izin veren PHC metin standardı uygulandı.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JWT token yapısına iat/exp alanları eklenip süre kontrolü sağlandı.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Gizli anahtarlar koddan çıkarılıp .env ortam değişkenlerine taşındı.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6134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6134" y="1645920"/>
            <a:ext cx="1999427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6134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18. Gün (08/07)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5862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Eşzamanlılık &amp; Write-Skew (ADR-003)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7574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worker_threads ile 40 paralel OS iş parçacığından eşzamanlı rezervasyon testi.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Naif yolda kapasite 10 iken 15 rezervasyon kabul edildi (Write-Skew).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Atomik transaction ile oku-kontrol-yaz penceresi kapatılıp tam 10'da tutuldu.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İSPARK otopark kapma için compare-and-set koşullu güncellemesi yazıldı.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8441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78441" y="1645920"/>
            <a:ext cx="1999427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8441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19. Gün (09/07)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169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Sipariş Akışı &amp; Analitik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9881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Müşteri sipariş akışı tek atomik transaction içinde bağlandı.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Toplam tutar istemciye güvenilmeyip sunucu tarafında menüden hesaplandı.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Canlı SQL agregasyonları ile daily_stats rollup özet tablosu karşılaştırıldı.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32-bit tam sayı taşmasına karşı toplamlar 64-bit bigint'e zorlandı (Chart.js).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0748" y="1645920"/>
            <a:ext cx="199942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60748" y="1645920"/>
            <a:ext cx="1999427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0748" y="1719072"/>
            <a:ext cx="199942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20. Gün (10/07)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0476" y="2331720"/>
            <a:ext cx="17799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Gerçek GTFS &amp; Audit Log (ADR-006/007)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2188" y="3017520"/>
            <a:ext cx="181654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İBB GTFS verisinden gerçek toplu taşıma güzergah geometrileri çıkarıldı.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Eksik hat-geometri bağı geometrik eşleme algoritması ve kalite kapısıyla çözüldü.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Yönetici işlemleri için değiştirilemez (append-only) audit_log tablosu tasarlandı.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Sipariş durum makinesi kuruldu; depo boyutu 81 MB'tan 12 MB'a indirildi.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4. HAFTA (06-10 TEMMUZ 2026)  •  TEKNIK MIMARI &amp; İNCELEME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Eşzamanlılık Kanıtı ve GTFS Kalite Kapısı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369A1"/>
                </a:solidFill>
              </a:defRPr>
            </a:pPr>
            <a:r>
              <a:t>Write-Skew Deneyi (worker_threads Kanıtı)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Sorun: Kapasitesi 10 olan bir slota iki kullanıcı aynı anda yer ayırtmak istediğinde, ikisi de 'yer var' okur ve ikisi de rezervasyon yazar.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Naif Yöntem: 40 eşzamanlı iş parçacığında 15 rezervasyon içeri sızdı (Kapasite invariant'ı kırıldı).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Atomik Çözüm: 'BEGIN IMMEDIATE' ile yazma kilidi en başta alındı; oku-kontrol-yaz bölünemez kılındı. Sonuç tam 10'a sabitlendi.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Compare-and-Set: Tek satırlık İSPARK güncellemelerinde ağır transaction yerine 'UPDATE ... WHERE occupied &lt; capacity' ile lock-free atomiklik sağlandı.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GTFS Kalite Kapısı &amp; Dürüstlük İlkesi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Veri Standardı Uyuşmazlığı: İBB GTFS beslemesinde her seferin bir çizgiye işaret etmesi gerekirken bu alan boş gelmekteydi.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Geometrik Eşleme: Hat durakları ile aday çizgiler karşılaştırılıp örtüşme ve ortalama sapma hesaplandı.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Kalite Kapısı: Örtüşme &gt; 0.6 ve sapma &lt; 350m olmayan eşleşmeler elendi (30 tesisten 13'ü kabul edildi).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Mühendislik Kararı: Haritayı sahte çizgilerle doldurmak yerine eşleşmeyenleri boş bırakmak tercih edildi ('Uydurma çizgi hiç çizgi olmamasından zararlıdır').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13248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369A1"/>
                </a:solidFill>
              </a:defRPr>
            </a:pPr>
            <a:r>
              <a:t>💡 Mentör Savunma &amp; Jüri Notu (APoSD &amp; DDIA Yaklaşımı)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40 thread ile yapılan write-skew deneyi, teorik bir bilginin kodla kanıtlanmasıdır. Fiyatın menü yerine sipariş anında kalemin içine yazılması (captured price) ise 'geçmiş bir olgudur, canlı menü ise değişken bir durumdur' ilkesinin yansımasıdır.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4. HAFTA (06-10 TEMMUZ 2026)  •  KAZANIMLAR &amp; SAVUNMA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Haftanın Mühendislik Çıkarımları ve Karar Özeti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6499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73152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907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Para Asla Float Olamaz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9992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amount_minor ile tüm tutarlar kuruş (tamsayı) olarak saklanır.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Kayan noktalı sayı yuvarlama hataları (0.1+0.2 != 0.3) sıfıra indirildi.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Tutarlar sunucuda hesaplanır, istemciden gelen fiyata asla güvenilmez.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45920"/>
            <a:ext cx="336499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0288" y="1828800"/>
            <a:ext cx="73152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783080"/>
            <a:ext cx="2907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Fiyatı Dondurma İlkesi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23160"/>
            <a:ext cx="29992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Bugün 50 TL olan ürün yarın 70 TL olduğunda geçmiş sipariş tutarı değişmemelidir.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Normalizasyon kuralı bilinçli kırılarak sipariş kalemi içine anlık fiyat yazıldı.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Tarihsel doğruluk, şema normalizasyonundan daha üstün bir gereksinimdir.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45920"/>
            <a:ext cx="336499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828800"/>
            <a:ext cx="73152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783080"/>
            <a:ext cx="2907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Append-Only Audit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423160"/>
            <a:ext cx="29992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audit_log tablosunda UPDATE ve DELETE operasyonları yapısal olarak yasaklandı.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Yönetici aksiyonu ile log kaydı aynı transaction içine yazılır.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• 'İşlem yapıldı ama kaydı tutulmadı' durumu imkânsız kılındı.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728655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E0F2FE"/>
                </a:solidFill>
              </a:defRPr>
            </a:pPr>
            <a:r>
              <a:t>"Geçersiz durumu tespit etmeye çalışma, geçersiz durumu imkânsız kıl. İstemciye güvenmemek, fiyatı dondurmak ve transaction ile write-skew penceresini kapatmak bu ilkenin somut uygulamalarıdır."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