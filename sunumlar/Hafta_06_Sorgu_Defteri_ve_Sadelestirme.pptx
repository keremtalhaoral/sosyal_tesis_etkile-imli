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137160" cy="1645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85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NETCAD YAZILIM A.Ş. | TEKNOLOJİ ÇÖZÜMLERİ DEPARTMANI — 6. HAFTA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Sorgu Defteri, Bağımsız Denetim ve Sadeleştirme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🗓️ 20 – 24 Temmuz 2026   |   Dürüstlük Envanteri, Python İkizinin Emekliye Ayrılması &amp; Savunma Rehberi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00400"/>
            <a:ext cx="315468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Sorgu Defteri &amp; DDL Export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977640"/>
            <a:ext cx="2788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queries.sql ile tüm özelliklerin SQL karşılığı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schema.sql'in migration'dan otomatik üretimi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Kısıtların bilinçli kırılması (savunma kanıtı)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DBeaver üzerinden canlı gösterim kurgusu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200400"/>
            <a:ext cx="315468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38328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Bağımsız Kod Denetimi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977640"/>
            <a:ext cx="2788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Belgelerdeki iddialar ile kodun karşılaştırılması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Dürüstlük envanteri: Gerçek veri vs Demo veri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Doğrulanmayan rezervasyon imzalarının tespiti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Ölü kod ve kasıtlı ölü sözleşme ayrımı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200400"/>
            <a:ext cx="315468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338328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Sadeleştirme &amp; Hata Giderme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977640"/>
            <a:ext cx="2788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Kullanılmayan Python backend'in kaldırılması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Hava durumu ve ilçe geojson tekilleştirmesi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Deterministik sahte veri &amp; dış API timeout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F1-F8 doğruluk düzeltmeleri &amp; savunma rehberi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369A1"/>
                </a:solidFill>
              </a:defRPr>
            </a:pPr>
            <a:r>
              <a:t>6. HAFTA (20-24 TEMMUZ 2026)  •  İŞ GÜNÜ DÖKÜMÜ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Haftalık Gün Gün Kazanımlar ve Uygulama Detayları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99942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999427" cy="64008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19072"/>
            <a:ext cx="199942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25. Gün (20/07)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31720"/>
            <a:ext cx="177997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Sorgu Defteri &amp; DDL Export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181654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Her özelliğin SQL karşılığı çıkarılarak açıklamalı sorgu defteri (queries.sql) hazırlandı.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schema.sql elle yazılmayıp migration'lardan otomatik türetilen betiğe bağlandı.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Kısıtlar bilinçli ihlal edilerek (negatif misafir, yetkisiz erişim) savunma doğrulandı.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DBeaver üzerinden adım adım ilerleyen canlı mentör gösterim senaryosu yazıldı.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13827" y="1645920"/>
            <a:ext cx="199942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13827" y="1645920"/>
            <a:ext cx="1999427" cy="6400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3827" y="1719072"/>
            <a:ext cx="199942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26. Gün (21/07)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3555" y="2331720"/>
            <a:ext cx="177997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Kod Denetimi &amp; Dürüstlük Envanteri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5267" y="3017520"/>
            <a:ext cx="181654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Proje bağımsız bir denetçi gözüyle baştan sona okundu; iddialar kodla kıyaslandı.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Gerçek veriyle çalışan kısımlar ile demo verisi ayrıştırılarak dürüstlük envanteri çıkarıldı.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Üretilip hiçbir yerde doğrulanmayan kriptografik imzalar tespit edildi.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Ulaşılamayan ölü durumlar temizlendi; geleceğe yönelik uçlar 'kasıtlı ölü sözleşme' yapıldı.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96134" y="1645920"/>
            <a:ext cx="199942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96134" y="1645920"/>
            <a:ext cx="1999427" cy="64008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96134" y="1719072"/>
            <a:ext cx="199942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27. Gün (22/07)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05862" y="2331720"/>
            <a:ext cx="177997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Deterministik Simülasyon &amp; Zarif Bozulma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7574" y="3017520"/>
            <a:ext cx="181654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Hava durumu ve İSPARK doluluğundaki rastgele sahte veri üretimi incelendi.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Değerler girdiye bağlı deterministik simülasyona geçirildi ve arayüzde 'demo' etiketlendi.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Dış hava durumu çağrısına zaman aşımı (timeout) eklenerek askıda kalma önlendi.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Harita karolarına ulaşılamadığında arayüzün çökmeden çalışması (zarif bozulma) sağlandı.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78441" y="1645920"/>
            <a:ext cx="199942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78441" y="1645920"/>
            <a:ext cx="1999427" cy="6400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78441" y="1719072"/>
            <a:ext cx="199942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28. Gün (23/07)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8169" y="2331720"/>
            <a:ext cx="177997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Sadeleştirme &amp; Sorumluluk Sınırları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9881" y="3017520"/>
            <a:ext cx="181654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Projede artık çağrılmayan ikinci dildeki (Python) sunucu katmanı tamamen kaldırıldı.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Şema iki dilde senkron tutma yükünden kurtuldu, tek gerçek kaynağa indi.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Farklı biçimlerde dönen iki ayrı hava durumu sözleşmesi tekilleştirildi.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Mükerrer 3.7 MB ilçe GeoJSON dosyaları tek kopyaya indirildi; db.js sınırları çizildi.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60748" y="1645920"/>
            <a:ext cx="199942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60748" y="1645920"/>
            <a:ext cx="1999427" cy="64008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60748" y="1719072"/>
            <a:ext cx="199942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29. Gün (24/07)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0476" y="2331720"/>
            <a:ext cx="177997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Hata Düzeltmeleri &amp; Savunma Rehberi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2188" y="3017520"/>
            <a:ext cx="181654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F1-F8 doğruluk düzeltmeleri: Menü gerçek veriye, harita rezervasyonu backend'e bağlandı.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Yol tarifi düz çizgi yerine gerçek yol ağını takip eden mesafe/süreye geçirildi.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Kullanıcı girdilerinin doğrudan DOM'a yazıldığı yerler temizlenip XSS riski kapatıldı.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Tüm belgeler kodla senkronlandı ve Mentöre Savunma Kılavuzu (anlatim-rehberi.md) yazıldı.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369A1"/>
                </a:solidFill>
              </a:defRPr>
            </a:pPr>
            <a:r>
              <a:t>6. HAFTA (20-24 TEMMUZ 2026)  •  TEKNIK MIMARI &amp; İNCELEME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Dürüstlük Envanteri ve Python İkizinin Emekliye Ayrılması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369A1"/>
                </a:solidFill>
              </a:defRPr>
            </a:pPr>
            <a:r>
              <a:t>⭐ Dürüstlük Envanteri: Ne Gerçek, Ne Demo?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Rezervasyon, Sipariş &amp; Kapasite: GERÇEK. Canlı veritabanı, atomik transaction ve per-slot kapasite koruması.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Mekansal Analiz (KNN, İlçe, Mesafe): GERÇEK. PostGIS ST_Contains, ST_Distance ve GiST indeksleri.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Kimlik &amp; Kripto: GERÇEK. PBKDF2 600k iterasyon, per-user salt, JWT, timingSafeEqual.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Toplu Taşıma Güzergahları: GERÇEK (GTFS geometrileri). Metro rayları nokta zinciri olduğundan 'yaklaşık' etiketli.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Hava Durumu &amp; İSPARK Doluluk: DEMO (Deterministik). API anahtarı yoksa koordinata bağlı sabit değer döner; arayüzde sahte canlı feed iddiası reddedilir.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Sadeleştirme: Python İkizinin Kaldırılması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2316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Mühendislik Gerekçesi: Başlangıçta Python ile paralel sunucu (advanced-gis/) yazılmıştı. Ancak şemayı iki dilde senkron tutmanın dual-write yükü getirdiği görüldü.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APoSD Kararı: Kullanılmayan kod bedava değildir. Zihinsel yük yaratır ve yanlış varsayımlara yol açar. Python tarafı bilinçli olarak emekliye ayrıldı.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Tek Sözleşme: Hava durumu iki farklı serviste farklı formatlarda dönüyordu; tek bir sözleşmede birleştirildi.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Veri Tekilleştirme: 132 bin satırlık GeoJSON dosyasının 3 kopyası silinip tek kanonik dosya bırakıldı.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728655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13248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369A1"/>
                </a:solidFill>
              </a:defRPr>
            </a:pPr>
            <a:r>
              <a:t>💡 Mentör Savunma &amp; Jüri Notu (APoSD &amp; DDIA Yaklaşımı)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15000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Mentöre karşı savunma kılavuzu (anlatim-rehberi.md) hazırlandı. Bir sistem bilmediği şeyi biliyormuş gibi rastgele uydurmamalıdır; deterministik demo verisi kullanmak ve sınırları açıkça söylemek projeyi zayıf değil, olgun ve güvenilir gösterir.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369A1"/>
                </a:solidFill>
              </a:defRPr>
            </a:pPr>
            <a:r>
              <a:t>6. HAFTA (20-24 TEMMUZ 2026)  •  KAZANIMLAR &amp; SAVUNMA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Haftanın Mühendislik Çıkarımları ve Karar Özeti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64992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828800"/>
            <a:ext cx="73152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2907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Kod Silmek Mühendisliktir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299923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Kullanılmayan kodu silmek bir kayıp değil, teknik borç kapatma kararıdır.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İkinci sunucu tarafı kaldırılınca şema tekilleşti.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Sistem karmaşıklığı azaldı, bakım maliyeti kapandı.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645920"/>
            <a:ext cx="3364992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90288" y="1828800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1783080"/>
            <a:ext cx="2907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Deterministik Simülasyon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423160"/>
            <a:ext cx="299923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Rastgele değer üretmek sunumda ekran yenilendikçe sayıların zıplamasına yol açar.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Girdiye bağlı deterministik simülasyon tekrar üretilebilirlik sağlar.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Gösterim verisi arayüzde açıkça 'demo' olarak etiketlendi.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645920"/>
            <a:ext cx="3364992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66176" y="1828800"/>
            <a:ext cx="73152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3336" y="1783080"/>
            <a:ext cx="2907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Savunma Disiplini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423160"/>
            <a:ext cx="299923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queries.sql ile her tıklamanın arka plandaki SQL karşılığı çıkarıldı.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Kısıtlar bilinçli ihlal edilerek savunma katmanları ispatlandı.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DBeaver üzerinden 9 adımlık canlı sunum kurgulandı.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212080"/>
            <a:ext cx="10728655" cy="1188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349240"/>
            <a:ext cx="101800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E0F2FE"/>
                </a:solidFill>
              </a:defRPr>
            </a:pPr>
            <a:r>
              <a:t>"Sınırlarını dürüstçe açıklayan bir mühendis, her şeyin çalıştığını iddia edenden kat kat güvenilirdir. Uydurma veriden vazgeçip deterministik demoya geçmek ve Python tarafını cesaretle silmek bu stajın en olgun adımıydı."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